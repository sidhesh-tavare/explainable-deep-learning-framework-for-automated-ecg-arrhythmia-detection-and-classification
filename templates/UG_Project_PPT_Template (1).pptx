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6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Tech.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Mid-Semester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| Student Name(s) | Roll No(s) | Supervisor(s) | Department |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Background and motivation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Significance of the problem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Clear problem definition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 1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 2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Summary of related work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Key findings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Research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Flowchart/Block diagram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Tools and datasets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Algorithms/Methods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Work Done Till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Completed tasks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Preliminary results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Challenges faced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Tasks to be completed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Any anticipated challenges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Deliverables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Expected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Summary of progress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Next steps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B. Tech. Project Mid-Semester Evaluation</vt:lpstr>
      <vt:lpstr>Introduction &amp; Problem Statement</vt:lpstr>
      <vt:lpstr>Objectives</vt:lpstr>
      <vt:lpstr>Literature Review</vt:lpstr>
      <vt:lpstr>Proposed Methodology</vt:lpstr>
      <vt:lpstr>Work Done Till Now</vt:lpstr>
      <vt:lpstr>Future Work</vt:lpstr>
      <vt:lpstr>Expected Outcomes</vt:lpstr>
      <vt:lpstr>Conclusion &amp; References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 Tech. Project Mid-Semester Evaluation</dc:title>
  <dc:subject/>
  <dc:creator/>
  <cp:keywords/>
  <dc:description>generated using python-pptx</dc:description>
  <cp:lastModifiedBy>Tripti Goel</cp:lastModifiedBy>
  <cp:revision>2</cp:revision>
  <dcterms:created xsi:type="dcterms:W3CDTF">2013-01-27T09:14:16Z</dcterms:created>
  <dcterms:modified xsi:type="dcterms:W3CDTF">2025-09-10T10:24:49Z</dcterms:modified>
  <cp:category/>
</cp:coreProperties>
</file>